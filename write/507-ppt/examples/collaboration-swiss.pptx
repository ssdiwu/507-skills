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5be8796cd104442" /><Relationship Type="http://schemas.openxmlformats.org/package/2006/relationships/metadata/core-properties" Target="/docProps/core.xml" Id="Rd2961b1b86f6418c" /><Relationship Type="http://schemas.openxmlformats.org/officeDocument/2006/relationships/extended-properties" Target="/docProps/app.xml" Id="R110b40ee46e54a32" /><Relationship Type="http://schemas.openxmlformats.org/officeDocument/2006/relationships/custom-properties" Target="/docProps/custom.xml" Id="R4cd63152782a444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529c3ea98c947c6"/>
  </p:notesMasterIdLst>
  <p:sldIdLst>
    <p:sldId id="256" r:id="R1dfcbab05de34507"/>
    <p:sldId id="257" r:id="Rd49ccd845da24a36"/>
    <p:sldId id="258" r:id="R30347c1a51584596"/>
    <p:sldId id="259" r:id="R9ac0116c7a4a45c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dfcbab05de34507" /><Relationship Type="http://schemas.openxmlformats.org/officeDocument/2006/relationships/slide" Target="/ppt/slides/slide2.xml" Id="Rd49ccd845da24a36" /><Relationship Type="http://schemas.openxmlformats.org/officeDocument/2006/relationships/slide" Target="/ppt/slides/slide3.xml" Id="R30347c1a51584596" /><Relationship Type="http://schemas.openxmlformats.org/officeDocument/2006/relationships/slide" Target="/ppt/slides/slide4.xml" Id="R9ac0116c7a4a45cd" /><Relationship Type="http://schemas.openxmlformats.org/officeDocument/2006/relationships/notesMaster" Target="/ppt/notesMasters/notesMaster1.xml" Id="R0529c3ea98c9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25fcf91100464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ffa4e8dd484d5a" /><Relationship Type="http://schemas.openxmlformats.org/officeDocument/2006/relationships/slide" Target="/ppt/slides/slide1.xml" Id="Ra17f39f884cc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bb053cf17444b5" /><Relationship Type="http://schemas.openxmlformats.org/officeDocument/2006/relationships/slide" Target="/ppt/slides/slide2.xml" Id="Rbec9b7c71f67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042092dcaa3479f" /><Relationship Type="http://schemas.openxmlformats.org/officeDocument/2006/relationships/slide" Target="/ppt/slides/slide3.xml" Id="R749d1b91d80d40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cf446840894482b" /><Relationship Type="http://schemas.openxmlformats.org/officeDocument/2006/relationships/slide" Target="/ppt/slides/slide4.xml" Id="Rf875845068654a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先说明今天不讲工具清单，而是讲如何让第一版变成可继续协作的对象。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强调执行环境不是聊天框的装饰，而是让结果能被检查和继续修改的地方。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让听众把意图、责任、验收与 AI 的生成执行分开。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用这句收束：第一版的价值是形成可评审对象，而不是跳过人的判断。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5cfab043a43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223204eed4c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d63eafaf143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07d41c56243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fe1a9c395406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3f423acae5544c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5e61f7374155" /><Relationship Type="http://schemas.openxmlformats.org/officeDocument/2006/relationships/notesSlide" Target="/ppt/notesSlides/notesSlide1.xml" Id="R5c33b4f89639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cb0696d940c0" /><Relationship Type="http://schemas.openxmlformats.org/officeDocument/2006/relationships/image" Target="/ppt/media/image.svg" Id="R98cfa3c071904627" /><Relationship Type="http://schemas.openxmlformats.org/officeDocument/2006/relationships/image" Target="/ppt/media/image.png" Id="Rb5cc7979bfaf46ca" /><Relationship Type="http://schemas.openxmlformats.org/officeDocument/2006/relationships/notesSlide" Target="/ppt/notesSlides/notesSlide2.xml" Id="R5f8ecc6df22b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3ebdd7cc14693" /><Relationship Type="http://schemas.openxmlformats.org/officeDocument/2006/relationships/notesSlide" Target="/ppt/notesSlides/notesSlide3.xml" Id="R85308a3252e64b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334764e7f4bfe" /><Relationship Type="http://schemas.openxmlformats.org/officeDocument/2006/relationships/notesSlide" Target="/ppt/notesSlides/notesSlide4.xml" Id="R09a5e9280aa040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01 / 04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关于协作，先说一件最重要的事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11111"/>
                </a:solidFill>
                <a:latin typeface="Helvetica"/>
                <a:ea typeface="PingFang SC"/>
              </a:rPr>
              <a:t>从会用到会协作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让 AI 帮你把想法做出来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360000" y="5184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20 分钟 · 公开示例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02 / 04</a:t>
            </a:r>
          </a:p>
        </p:txBody>
      </p:sp>
      <p:sp>
        <p:nvSpPr>
          <p:cNvPr id="100009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360000" y="81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执行环境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360000" y="1080000"/>
            <a:ext cx="3420000" cy="70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11111"/>
                </a:solidFill>
                <a:latin typeface="Helvetica"/>
                <a:ea typeface="PingFang SC"/>
              </a:rPr>
              <a:t>能动手的地方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360000" y="1908000"/>
            <a:ext cx="342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能看见项目、改动文件、运行结果并回看反馈，AI 才能从顾问进入施工现场。</a:t>
            </a:r>
          </a:p>
        </p:txBody>
      </p:sp>
      <p:pic>
        <p:nvPicPr>
          <p:cNvPr id="100013" name="Picture 1" descr="包含文件、编辑器和预览区域的抽象工作台示意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c7979bfaf46ca">
            <a:extLst>
              <a:ext uri="{96DAC541-7B7A-43D3-8B79-37D633B846F1}">
                <asvg:svgBlip xmlns:asvg="http://schemas.microsoft.com/office/drawing/2016/SVG/main" r:embed="R98cfa3c071904627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0000" y="1195877"/>
            <a:ext cx="5220000" cy="2936250"/>
          </a:xfrm>
          <a:prstGeom xmlns:a="http://schemas.openxmlformats.org/drawingml/2006/main" prst="rect">
            <a:avLst/>
          </a:prstGeom>
        </p:spPr>
      </p:pic>
      <p:sp>
        <p:nvSpPr>
          <p:cNvPr id="100014" name="TextBox 7"/>
          <p:cNvSpPr txBox="1"/>
          <p:nvPr/>
        </p:nvSpPr>
        <p:spPr>
          <a:xfrm xmlns:a="http://schemas.openxmlformats.org/drawingml/2006/main">
            <a:off x="4140000" y="4500000"/>
            <a:ext cx="522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文件 / 编辑 / 预览同处一屏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03 / 04</a:t>
            </a:r>
          </a:p>
        </p:txBody>
      </p:sp>
      <p:sp>
        <p:nvSpPr>
          <p:cNvPr id="100017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三件 AI 不能替你拥有的事</a:t>
            </a:r>
          </a:p>
        </p:txBody>
      </p:sp>
      <p:sp>
        <p:nvSpPr>
          <p:cNvPr id="100019" name="TextBox 5"/>
          <p:cNvSpPr/>
          <p:nvPr/>
        </p:nvSpPr>
        <p:spPr>
          <a:xfrm xmlns:a="http://schemas.openxmlformats.org/drawingml/2006/main">
            <a:off x="360000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20" name="TextBox 6"/>
          <p:cNvSpPr txBox="1"/>
          <p:nvPr/>
        </p:nvSpPr>
        <p:spPr>
          <a:xfrm xmlns:a="http://schemas.openxmlformats.org/drawingml/2006/main">
            <a:off x="360000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意图</a:t>
            </a:r>
          </a:p>
        </p:txBody>
      </p:sp>
      <p:sp>
        <p:nvSpPr>
          <p:cNvPr id="100021" name="TextBox 7"/>
          <p:cNvSpPr txBox="1"/>
          <p:nvPr/>
        </p:nvSpPr>
        <p:spPr>
          <a:xfrm xmlns:a="http://schemas.openxmlformats.org/drawingml/2006/main">
            <a:off x="360000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你希望这次成果服务谁、解决什么。</a:t>
            </a:r>
          </a:p>
        </p:txBody>
      </p:sp>
      <p:sp>
        <p:nvSpPr>
          <p:cNvPr id="100022" name="TextBox 8"/>
          <p:cNvSpPr/>
          <p:nvPr/>
        </p:nvSpPr>
        <p:spPr>
          <a:xfrm xmlns:a="http://schemas.openxmlformats.org/drawingml/2006/main">
            <a:off x="3318001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23" name="TextBox 9"/>
          <p:cNvSpPr txBox="1"/>
          <p:nvPr/>
        </p:nvSpPr>
        <p:spPr>
          <a:xfrm xmlns:a="http://schemas.openxmlformats.org/drawingml/2006/main">
            <a:off x="3318001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责任</a:t>
            </a:r>
          </a:p>
        </p:txBody>
      </p:sp>
      <p:sp>
        <p:nvSpPr>
          <p:cNvPr id="100024" name="TextBox 10"/>
          <p:cNvSpPr txBox="1"/>
          <p:nvPr/>
        </p:nvSpPr>
        <p:spPr>
          <a:xfrm xmlns:a="http://schemas.openxmlformats.org/drawingml/2006/main">
            <a:off x="3318001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哪些边界不能越过、谁负责拍板。</a:t>
            </a:r>
          </a:p>
        </p:txBody>
      </p:sp>
      <p:sp>
        <p:nvSpPr>
          <p:cNvPr id="100025" name="TextBox 11"/>
          <p:cNvSpPr/>
          <p:nvPr/>
        </p:nvSpPr>
        <p:spPr>
          <a:xfrm xmlns:a="http://schemas.openxmlformats.org/drawingml/2006/main">
            <a:off x="6275988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26" name="TextBox 12"/>
          <p:cNvSpPr txBox="1"/>
          <p:nvPr/>
        </p:nvSpPr>
        <p:spPr>
          <a:xfrm xmlns:a="http://schemas.openxmlformats.org/drawingml/2006/main">
            <a:off x="6275988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验收</a:t>
            </a:r>
          </a:p>
        </p:txBody>
      </p:sp>
      <p:sp>
        <p:nvSpPr>
          <p:cNvPr id="100027" name="TextBox 13"/>
          <p:cNvSpPr txBox="1"/>
          <p:nvPr/>
        </p:nvSpPr>
        <p:spPr>
          <a:xfrm xmlns:a="http://schemas.openxmlformats.org/drawingml/2006/main">
            <a:off x="6275988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什么结果才算真的能交付。</a:t>
            </a:r>
          </a:p>
        </p:txBody>
      </p:sp>
      <p:sp>
        <p:nvSpPr>
          <p:cNvPr id="100028" name="TextBox 14"/>
          <p:cNvSpPr txBox="1"/>
          <p:nvPr/>
        </p:nvSpPr>
        <p:spPr>
          <a:xfrm xmlns:a="http://schemas.openxmlformats.org/drawingml/2006/main">
            <a:off x="360000" y="5184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AI 负责生成、尝试、执行；人负责方向、边界与完成。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04 / 04</a:t>
            </a:r>
          </a:p>
        </p:txBody>
      </p:sp>
      <p:sp>
        <p:nvSpPr>
          <p:cNvPr id="100031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4"/>
          <p:cNvSpPr txBox="1"/>
          <p:nvPr/>
        </p:nvSpPr>
        <p:spPr>
          <a:xfrm xmlns:a="http://schemas.openxmlformats.org/drawingml/2006/main">
            <a:off x="360000" y="540000"/>
            <a:ext cx="108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6200">
                <a:solidFill>
                  <a:srgbClr val="002FA7"/>
                </a:solidFill>
                <a:latin typeface="Helvetica"/>
                <a:ea typeface="PingFang SC"/>
              </a:rPr>
              <a:t>“</a:t>
            </a:r>
          </a:p>
        </p:txBody>
      </p:sp>
      <p:sp>
        <p:nvSpPr>
          <p:cNvPr id="100033" name="TextBox 5"/>
          <p:cNvSpPr txBox="1"/>
          <p:nvPr/>
        </p:nvSpPr>
        <p:spPr>
          <a:xfrm xmlns:a="http://schemas.openxmlformats.org/drawingml/2006/main">
            <a:off x="864000" y="1800000"/>
            <a:ext cx="8280000" cy="17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500" b="1">
                <a:solidFill>
                  <a:srgbClr val="111111"/>
                </a:solidFill>
                <a:latin typeface="Helvetica"/>
                <a:ea typeface="PingFang SC"/>
              </a:rPr>
              <a:t>它的第一版，是给你改的，不是给你用的。</a:t>
            </a:r>
          </a:p>
        </p:txBody>
      </p:sp>
      <p:sp>
        <p:nvSpPr>
          <p:cNvPr id="100034" name="TextBox 6"/>
          <p:cNvSpPr txBox="1"/>
          <p:nvPr/>
        </p:nvSpPr>
        <p:spPr>
          <a:xfrm xmlns:a="http://schemas.openxmlformats.org/drawingml/2006/main">
            <a:off x="864000" y="4176000"/>
            <a:ext cx="4320000" cy="3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关于协作 · 第一节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2026-09-26T03:50:13Z</dcterms:created>
  <cp:lastModifiedBy>OfficeCLI</cp:lastModifiedBy>
  <dcterms:modified xsi:type="dcterms:W3CDTF">2026-09-26T03:50:13Z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2026-09-26T03:50:21Z</vt:lpwstr>
  </op:property>
</op:Properties>
</file>