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77bd54134a4f2d" /><Relationship Type="http://schemas.openxmlformats.org/package/2006/relationships/metadata/core-properties" Target="/docProps/core.xml" Id="Re115e6513176410e" /><Relationship Type="http://schemas.openxmlformats.org/officeDocument/2006/relationships/extended-properties" Target="/docProps/app.xml" Id="Rf6c7d7a7e9d64ead" /><Relationship Type="http://schemas.openxmlformats.org/officeDocument/2006/relationships/custom-properties" Target="/docProps/custom.xml" Id="R0bdfa196668a45a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ef0634a92c24f45"/>
  </p:notesMasterIdLst>
  <p:sldIdLst>
    <p:sldId id="256" r:id="Raf160be2dc3a44bd"/>
    <p:sldId id="257" r:id="Rfd0b186ac13b45e6"/>
    <p:sldId id="258" r:id="Re833ab1c06a1488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f160be2dc3a44bd" /><Relationship Type="http://schemas.openxmlformats.org/officeDocument/2006/relationships/slide" Target="/ppt/slides/slide2.xml" Id="Rfd0b186ac13b45e6" /><Relationship Type="http://schemas.openxmlformats.org/officeDocument/2006/relationships/slide" Target="/ppt/slides/slide3.xml" Id="Re833ab1c06a14886" /><Relationship Type="http://schemas.openxmlformats.org/officeDocument/2006/relationships/notesMaster" Target="/ppt/notesMasters/notesMaster1.xml" Id="R1ef0634a92c2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367d454c1cf44d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0722ed809f457d" /><Relationship Type="http://schemas.openxmlformats.org/officeDocument/2006/relationships/slide" Target="/ppt/slides/slide1.xml" Id="R53ce0ba4c08d4d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118236217e04e9e" /><Relationship Type="http://schemas.openxmlformats.org/officeDocument/2006/relationships/slide" Target="/ppt/slides/slide2.xml" Id="R4d6ded76f2224a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9c8026b5cc4419d" /><Relationship Type="http://schemas.openxmlformats.org/officeDocument/2006/relationships/slide" Target="/ppt/slides/slide3.xml" Id="Rc6cb9557ae7d48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介绍三轴系统。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说明素材职责。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/>
              <a:t>逐项说明六种设计语言均可与兼容呈现组合。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1ef0a062942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3980476ec41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87f1bdc9142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9ad5cb1c64a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2a04cca9d4cb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5b3526e3c6d4d3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b1119dd854242" /><Relationship Type="http://schemas.openxmlformats.org/officeDocument/2006/relationships/notesSlide" Target="/ppt/notesSlides/notesSlide1.xml" Id="R99073c514af6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94e9592b4181" /><Relationship Type="http://schemas.openxmlformats.org/officeDocument/2006/relationships/image" Target="/ppt/media/image.svg" Id="R2ddb2f29b25f46f5" /><Relationship Type="http://schemas.openxmlformats.org/officeDocument/2006/relationships/image" Target="/ppt/media/image.png" Id="R2bb8d5eb18ea43d0" /><Relationship Type="http://schemas.openxmlformats.org/officeDocument/2006/relationships/notesSlide" Target="/ppt/notesSlides/notesSlide2.xml" Id="R5432b89210314c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ae018bf7341d5" /><Relationship Type="http://schemas.openxmlformats.org/officeDocument/2006/relationships/notesSlide" Target="/ppt/notesSlides/notesSlide3.xml" Id="Rd24e9d88049940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01 / 03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1152000"/>
            <a:ext cx="4320000" cy="3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2FA7"/>
                </a:solidFill>
                <a:latin typeface="Menlo"/>
                <a:ea typeface="Menlo"/>
              </a:rPr>
              <a:t>507-ppt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360000" y="1584000"/>
            <a:ext cx="8820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11111"/>
                </a:solidFill>
                <a:latin typeface="Helvetica"/>
                <a:ea typeface="PingFang SC"/>
              </a:rPr>
              <a:t>三轴视觉系统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360000" y="2880000"/>
            <a:ext cx="6840000" cy="6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100">
                <a:solidFill>
                  <a:srgbClr val="5F646B"/>
                </a:solidFill>
                <a:latin typeface="Helvetica"/>
                <a:ea typeface="PingFang SC"/>
              </a:rPr>
              <a:t>语义组件 × 设计语言 × 视觉呈现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360000" y="5184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公开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02 / 03</a:t>
            </a:r>
          </a:p>
        </p:txBody>
      </p:sp>
      <p:sp>
        <p:nvSpPr>
          <p:cNvPr id="100009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360000" y="81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02FA7"/>
                </a:solidFill>
                <a:latin typeface="Menlo"/>
                <a:ea typeface="Menlo"/>
              </a:rPr>
              <a:t>证据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360000" y="1080000"/>
            <a:ext cx="3420000" cy="70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11111"/>
                </a:solidFill>
                <a:latin typeface="Helvetica"/>
                <a:ea typeface="PingFang SC"/>
              </a:rPr>
              <a:t>素材承担一个问题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360000" y="1908000"/>
            <a:ext cx="3420000" cy="12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F646B"/>
                </a:solidFill>
                <a:latin typeface="Helvetica"/>
                <a:ea typeface="PingFang SC"/>
              </a:rPr>
              <a:t>图像应证明内容，而不是填满空白。</a:t>
            </a:r>
          </a:p>
        </p:txBody>
      </p:sp>
      <p:pic>
        <p:nvPicPr>
          <p:cNvPr id="100013" name="Picture 1" descr="包含文件、编辑器和预览区域的抽象工作台示意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8d5eb18ea43d0">
            <a:extLst>
              <a:ext uri="{96DAC541-7B7A-43D3-8B79-37D633B846F1}">
                <asvg:svgBlip xmlns:asvg="http://schemas.microsoft.com/office/drawing/2016/SVG/main" r:embed="R2ddb2f29b25f46f5"/>
              </a:ext>
            </a:extLst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40000" y="900000"/>
            <a:ext cx="5220000" cy="3528000"/>
          </a:xfrm>
          <a:prstGeom xmlns:a="http://schemas.openxmlformats.org/drawingml/2006/main" prst="rect">
            <a:avLst/>
          </a:prstGeom>
        </p:spPr>
      </p:pic>
      <p:sp>
        <p:nvSpPr>
          <p:cNvPr id="100014" name="TextBox 7"/>
          <p:cNvSpPr txBox="1"/>
          <p:nvPr/>
        </p:nvSpPr>
        <p:spPr>
          <a:xfrm xmlns:a="http://schemas.openxmlformats.org/drawingml/2006/main">
            <a:off x="4140000" y="4500000"/>
            <a:ext cx="522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F646B"/>
                </a:solidFill>
                <a:latin typeface="Menlo"/>
                <a:ea typeface="Menlo"/>
              </a:rPr>
              <a:t>抽象工作台示意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360000" y="180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三轴视觉系统展示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8640000" y="180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F646B"/>
                </a:solidFill>
                <a:latin typeface="Menlo"/>
                <a:ea typeface="Menlo"/>
              </a:rPr>
              <a:t>03 / 03</a:t>
            </a:r>
          </a:p>
        </p:txBody>
      </p:sp>
      <p:sp>
        <p:nvSpPr>
          <p:cNvPr id="100017" name="TextBox 3"/>
          <p:cNvSpPr/>
          <p:nvPr/>
        </p:nvSpPr>
        <p:spPr>
          <a:xfrm xmlns:a="http://schemas.openxmlformats.org/drawingml/2006/main">
            <a:off x="360000" y="486000"/>
            <a:ext cx="79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4"/>
          <p:cNvSpPr txBox="1"/>
          <p:nvPr/>
        </p:nvSpPr>
        <p:spPr>
          <a:xfrm xmlns:a="http://schemas.openxmlformats.org/drawingml/2006/main">
            <a:off x="576000" y="756000"/>
            <a:ext cx="8640000" cy="6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111111"/>
                </a:solidFill>
                <a:latin typeface="Helvetica"/>
                <a:ea typeface="PingFang SC"/>
              </a:rPr>
              <a:t>六种设计语言当前能力</a:t>
            </a:r>
          </a:p>
        </p:txBody>
      </p:sp>
      <p:graphicFrame>
        <p:nvGraphicFramePr>
          <p:cNvPr id="100019" name="Table 1"/>
          <p:cNvGraphicFramePr/>
          <p:nvPr/>
        </p:nvGraphicFramePr>
        <p:xfrm>
          <a:off xmlns:a="http://schemas.openxmlformats.org/drawingml/2006/main" x="576000" y="1440000"/>
          <a:ext xmlns:a="http://schemas.openxmlformats.org/drawingml/2006/main" cx="8640000" cy="3456000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72000"/>
                <a:gridCol w="3384000"/>
                <a:gridCol w="3384000"/>
              </a:tblGrid>
              <a:tr h="493714"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方向</a:t>
                      </a:r>
                    </a:p>
                  </a:txBody>
                  <a:tcPr marL="57600" marR="57600" marT="57600" marB="57600">
                    <a:lnR>
                      <a:noFill/>
                    </a:lnR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状态</a:t>
                      </a:r>
                    </a:p>
                  </a:txBody>
                  <a:tcPr marL="57600" marR="57600" marT="57600" marB="5760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当前能力</a:t>
                      </a:r>
                    </a:p>
                  </a:txBody>
                  <a:tcPr marL="57600" marR="57600" marT="57600" marB="57600">
                    <a:lnL>
                      <a:noFill/>
                    </a:lnL>
                    <a:lnT w="1270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002FA7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Swiss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网格与层级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Magazine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编辑栅格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Cobalt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产品模块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Clay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温暖叙事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Forest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研究层级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6350">
                      <a:solidFill>
                        <a:srgbClr val="B8BB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14"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Noir</a:t>
                      </a:r>
                    </a:p>
                  </a:txBody>
                  <a:tcPr marL="50400" marR="50400" marT="50400" marB="50400"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可组合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sz="1100">
                          <a:solidFill>
                            <a:srgbClr val="111111"/>
                          </a:solidFill>
                          <a:latin typeface="Helvetica"/>
                          <a:ea typeface="Helvetica"/>
                        </a:rPr>
                        <a:t>强声明</a:t>
                      </a:r>
                    </a:p>
                  </a:txBody>
                  <a:tcPr marL="50400" marR="50400" marT="50400" marB="50400">
                    <a:lnL>
                      <a:noFill/>
                    </a:lnL>
                    <a:lnT w="6350">
                      <a:solidFill>
                        <a:srgbClr val="B8BBC0"/>
                      </a:solidFill>
                      <a:prstDash val="solid"/>
                    </a:lnT>
                    <a:lnB w="12700">
                      <a:solidFill>
                        <a:srgbClr val="11111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0" name="TextBox 5"/>
          <p:cNvSpPr txBox="1"/>
          <p:nvPr/>
        </p:nvSpPr>
        <p:spPr>
          <a:xfrm xmlns:a="http://schemas.openxmlformats.org/drawingml/2006/main">
            <a:off x="576000" y="5076000"/>
            <a:ext cx="72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800" tIns="28800" rIns="28800" bIns="28800">
            <a:noAutofit/>
          </a:bodyPr>
          <a:lstStyle xmlns:a="http://schemas.openxmlformats.org/drawingml/2006/main"/>
          <a:p xmlns:a="http://schemas.openxmlformats.org/drawingml/2006/main">
            <a:r>
              <a:rPr lang="en-US" sz="800">
                <a:solidFill>
                  <a:srgbClr val="5F646B"/>
                </a:solidFill>
                <a:latin typeface="Menlo"/>
                <a:ea typeface="Menlo"/>
              </a:rPr>
              <a:t>当前 507-ppt registry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2026-08-23T17:02:05Z</dcterms:created>
  <cp:lastModifiedBy>OfficeCLI</cp:lastModifiedBy>
  <dcterms:modified xsi:type="dcterms:W3CDTF">2026-08-23T17:02:05Z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2026-08-23T17:02:15Z</vt:lpwstr>
  </op:property>
</op:Properties>
</file>