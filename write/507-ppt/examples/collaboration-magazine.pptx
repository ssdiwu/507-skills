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5bdd7ce92f34ff2" /><Relationship Type="http://schemas.openxmlformats.org/package/2006/relationships/metadata/core-properties" Target="/docProps/core.xml" Id="R91238295215343ca" /><Relationship Type="http://schemas.openxmlformats.org/officeDocument/2006/relationships/extended-properties" Target="/docProps/app.xml" Id="R77a2d2113ecd460d" /><Relationship Type="http://schemas.openxmlformats.org/officeDocument/2006/relationships/custom-properties" Target="/docProps/custom.xml" Id="R1d212a4eb97b41d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ff0a983ffd14c4a"/>
  </p:notesMasterIdLst>
  <p:sldIdLst>
    <p:sldId id="256" r:id="R0cb7407f514f45ea"/>
    <p:sldId id="257" r:id="R6d5d9a61ce5a4c51"/>
    <p:sldId id="258" r:id="R081372f14c1848dd"/>
    <p:sldId id="259" r:id="R51cf711bbe19424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cb7407f514f45ea" /><Relationship Type="http://schemas.openxmlformats.org/officeDocument/2006/relationships/slide" Target="/ppt/slides/slide2.xml" Id="R6d5d9a61ce5a4c51" /><Relationship Type="http://schemas.openxmlformats.org/officeDocument/2006/relationships/slide" Target="/ppt/slides/slide3.xml" Id="R081372f14c1848dd" /><Relationship Type="http://schemas.openxmlformats.org/officeDocument/2006/relationships/slide" Target="/ppt/slides/slide4.xml" Id="R51cf711bbe194242" /><Relationship Type="http://schemas.openxmlformats.org/officeDocument/2006/relationships/notesMaster" Target="/ppt/notesMasters/notesMaster1.xml" Id="Raff0a983ffd14c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d4f0809b6a492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850a7220f6246ca" /><Relationship Type="http://schemas.openxmlformats.org/officeDocument/2006/relationships/slide" Target="/ppt/slides/slide1.xml" Id="Rc4501b945ac3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2cc71ab315d4501" /><Relationship Type="http://schemas.openxmlformats.org/officeDocument/2006/relationships/slide" Target="/ppt/slides/slide2.xml" Id="R29a5f67926954b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4d100d5f1ce4831" /><Relationship Type="http://schemas.openxmlformats.org/officeDocument/2006/relationships/slide" Target="/ppt/slides/slide3.xml" Id="R77661f3bc6d645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c78c2851d19417e" /><Relationship Type="http://schemas.openxmlformats.org/officeDocument/2006/relationships/slide" Target="/ppt/slides/slide4.xml" Id="Ra77e81b3a43c47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先说明今天不讲工具清单，而是讲如何让第一版变成可继续协作的对象。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强调执行环境不是聊天框的装饰，而是让结果能被检查和继续修改的地方。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让听众把意图、责任、验收与 AI 的生成执行分开。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用这句收束：第一版的价值是形成可评审对象，而不是跳过人的判断。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d9358668f43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6401aa5f542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18b89cea441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6a139b33b4e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c39a20e0043f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53cf66e8c9d4ec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d132bd254f59" /><Relationship Type="http://schemas.openxmlformats.org/officeDocument/2006/relationships/notesSlide" Target="/ppt/notesSlides/notesSlide1.xml" Id="Rf74cff21e67449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32d3d9e94160" /><Relationship Type="http://schemas.openxmlformats.org/officeDocument/2006/relationships/image" Target="/ppt/media/image.svg" Id="Rf1ac521429da4189" /><Relationship Type="http://schemas.openxmlformats.org/officeDocument/2006/relationships/image" Target="/ppt/media/image.png" Id="Rd7f9f8970a8549f0" /><Relationship Type="http://schemas.openxmlformats.org/officeDocument/2006/relationships/notesSlide" Target="/ppt/notesSlides/notesSlide2.xml" Id="R7c61e2da87a347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b57701a224466" /><Relationship Type="http://schemas.openxmlformats.org/officeDocument/2006/relationships/notesSlide" Target="/ppt/notesSlides/notesSlide3.xml" Id="Ra0f207de9d10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710027cb84702" /><Relationship Type="http://schemas.openxmlformats.org/officeDocument/2006/relationships/notesSlide" Target="/ppt/notesSlides/notesSlide4.xml" Id="Ra11fc0d59e464b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E6D2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80000"/>
            <a:ext cx="57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8712000" y="180000"/>
            <a:ext cx="1152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01 / 04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360000" y="1440000"/>
            <a:ext cx="46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9C6B3F"/>
                </a:solidFill>
                <a:latin typeface="Menlo"/>
                <a:ea typeface="Menlo"/>
              </a:rPr>
              <a:t>关于协作，先说一件最重要的事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360000" y="1872000"/>
            <a:ext cx="8280000" cy="9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1F1A14"/>
                </a:solidFill>
                <a:latin typeface="Georgia"/>
                <a:ea typeface="Songti SC"/>
              </a:rPr>
              <a:t>从会用到会协作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360000" y="2880000"/>
            <a:ext cx="64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300">
                <a:solidFill>
                  <a:srgbClr val="1F1A14"/>
                </a:solidFill>
                <a:latin typeface="Helvetica"/>
                <a:ea typeface="PingFang SC"/>
              </a:rPr>
              <a:t>让 AI 帮你把想法做出来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360000" y="5112000"/>
            <a:ext cx="432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F1A14"/>
                </a:solidFill>
                <a:latin typeface="Menlo"/>
                <a:ea typeface="Menlo"/>
              </a:rPr>
              <a:t>20 分钟 · 公开示例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6D2"/>
        </a:solidFill>
      </p:bgPr>
    </p:bg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360000" y="180000"/>
            <a:ext cx="57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8712000" y="180000"/>
            <a:ext cx="1152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02 / 04</a:t>
            </a:r>
          </a:p>
        </p:txBody>
      </p:sp>
      <p:sp>
        <p:nvSpPr>
          <p:cNvPr id="100008" name="TextBox 3"/>
          <p:cNvSpPr txBox="1"/>
          <p:nvPr/>
        </p:nvSpPr>
        <p:spPr>
          <a:xfrm xmlns:a="http://schemas.openxmlformats.org/drawingml/2006/main">
            <a:off x="360000" y="1080000"/>
            <a:ext cx="36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9C6B3F"/>
                </a:solidFill>
                <a:latin typeface="Menlo"/>
                <a:ea typeface="Menlo"/>
              </a:rPr>
              <a:t>执行环境</a:t>
            </a:r>
          </a:p>
        </p:txBody>
      </p:sp>
      <p:sp>
        <p:nvSpPr>
          <p:cNvPr id="100009" name="TextBox 4"/>
          <p:cNvSpPr txBox="1"/>
          <p:nvPr/>
        </p:nvSpPr>
        <p:spPr>
          <a:xfrm xmlns:a="http://schemas.openxmlformats.org/drawingml/2006/main">
            <a:off x="360000" y="1440000"/>
            <a:ext cx="43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F1A14"/>
                </a:solidFill>
                <a:latin typeface="Georgia"/>
                <a:ea typeface="Songti SC"/>
              </a:rPr>
              <a:t>能动手的地方</a:t>
            </a:r>
          </a:p>
        </p:txBody>
      </p:sp>
      <p:sp>
        <p:nvSpPr>
          <p:cNvPr id="100010" name="TextBox 5"/>
          <p:cNvSpPr txBox="1"/>
          <p:nvPr/>
        </p:nvSpPr>
        <p:spPr>
          <a:xfrm xmlns:a="http://schemas.openxmlformats.org/drawingml/2006/main">
            <a:off x="360000" y="2160000"/>
            <a:ext cx="4320000" cy="11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1F1A14"/>
                </a:solidFill>
                <a:latin typeface="Helvetica"/>
                <a:ea typeface="PingFang SC"/>
              </a:rPr>
              <a:t>能看见项目、改动文件、运行结果并回看反馈，AI 才能从顾问进入施工现场。</a:t>
            </a:r>
          </a:p>
        </p:txBody>
      </p:sp>
      <p:pic>
        <p:nvPicPr>
          <p:cNvPr id="100011" name="Picture 1" descr="包含文件、编辑器和预览区域的抽象工作台示意图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9f8970a8549f0">
            <a:extLst>
              <a:ext uri="{96DAC541-7B7A-43D3-8B79-37D633B846F1}">
                <asvg:svgBlip xmlns:asvg="http://schemas.microsoft.com/office/drawing/2016/SVG/main" r:embed="Rf1ac521429da4189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472000" y="1440000"/>
            <a:ext cx="4140000" cy="2160000"/>
          </a:xfrm>
          <a:prstGeom xmlns:a="http://schemas.openxmlformats.org/drawingml/2006/main" prst="rect">
            <a:avLst/>
          </a:prstGeom>
        </p:spPr>
      </p:pic>
      <p:sp>
        <p:nvSpPr>
          <p:cNvPr id="100012" name="TextBox 6"/>
          <p:cNvSpPr txBox="1"/>
          <p:nvPr/>
        </p:nvSpPr>
        <p:spPr>
          <a:xfrm xmlns:a="http://schemas.openxmlformats.org/drawingml/2006/main">
            <a:off x="5472000" y="3708000"/>
            <a:ext cx="414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F1A14"/>
                </a:solidFill>
                <a:latin typeface="Menlo"/>
                <a:ea typeface="Menlo"/>
              </a:rPr>
              <a:t>文件 / 编辑 / 预览同处一屏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6D2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360000" y="180000"/>
            <a:ext cx="57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8712000" y="180000"/>
            <a:ext cx="1152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03 / 04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360000" y="900000"/>
            <a:ext cx="86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F1A14"/>
                </a:solidFill>
                <a:latin typeface="Georgia"/>
                <a:ea typeface="Songti SC"/>
              </a:rPr>
              <a:t>三件 AI 不能替你拥有的事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360000" y="1872000"/>
            <a:ext cx="2688001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9C6B3F"/>
                </a:solidFill>
                <a:latin typeface="Georgia"/>
                <a:ea typeface="Songti SC"/>
              </a:rPr>
              <a:t>意图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360000" y="2628000"/>
            <a:ext cx="2688001" cy="11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1A14"/>
                </a:solidFill>
                <a:latin typeface="Helvetica"/>
                <a:ea typeface="PingFang SC"/>
              </a:rPr>
              <a:t>你希望这次成果服务谁、解决什么。</a:t>
            </a:r>
          </a:p>
        </p:txBody>
      </p:sp>
      <p:sp>
        <p:nvSpPr>
          <p:cNvPr id="100018" name="TextBox 6"/>
          <p:cNvSpPr txBox="1"/>
          <p:nvPr/>
        </p:nvSpPr>
        <p:spPr>
          <a:xfrm xmlns:a="http://schemas.openxmlformats.org/drawingml/2006/main">
            <a:off x="3336001" y="1872000"/>
            <a:ext cx="2688001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9C6B3F"/>
                </a:solidFill>
                <a:latin typeface="Georgia"/>
                <a:ea typeface="Songti SC"/>
              </a:rPr>
              <a:t>责任</a:t>
            </a:r>
          </a:p>
        </p:txBody>
      </p:sp>
      <p:sp>
        <p:nvSpPr>
          <p:cNvPr id="100019" name="TextBox 7"/>
          <p:cNvSpPr txBox="1"/>
          <p:nvPr/>
        </p:nvSpPr>
        <p:spPr>
          <a:xfrm xmlns:a="http://schemas.openxmlformats.org/drawingml/2006/main">
            <a:off x="3336001" y="2628000"/>
            <a:ext cx="2688001" cy="11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1A14"/>
                </a:solidFill>
                <a:latin typeface="Helvetica"/>
                <a:ea typeface="PingFang SC"/>
              </a:rPr>
              <a:t>哪些边界不能越过、谁负责拍板。</a:t>
            </a:r>
          </a:p>
        </p:txBody>
      </p:sp>
      <p:sp>
        <p:nvSpPr>
          <p:cNvPr id="100020" name="TextBox 8"/>
          <p:cNvSpPr txBox="1"/>
          <p:nvPr/>
        </p:nvSpPr>
        <p:spPr>
          <a:xfrm xmlns:a="http://schemas.openxmlformats.org/drawingml/2006/main">
            <a:off x="6311988" y="1872000"/>
            <a:ext cx="2688001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9C6B3F"/>
                </a:solidFill>
                <a:latin typeface="Georgia"/>
                <a:ea typeface="Songti SC"/>
              </a:rPr>
              <a:t>验收</a:t>
            </a:r>
          </a:p>
        </p:txBody>
      </p:sp>
      <p:sp>
        <p:nvSpPr>
          <p:cNvPr id="100021" name="TextBox 9"/>
          <p:cNvSpPr txBox="1"/>
          <p:nvPr/>
        </p:nvSpPr>
        <p:spPr>
          <a:xfrm xmlns:a="http://schemas.openxmlformats.org/drawingml/2006/main">
            <a:off x="6311988" y="2628000"/>
            <a:ext cx="2688001" cy="11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1A14"/>
                </a:solidFill>
                <a:latin typeface="Helvetica"/>
                <a:ea typeface="PingFang SC"/>
              </a:rPr>
              <a:t>什么结果才算真的能交付。</a:t>
            </a:r>
          </a:p>
        </p:txBody>
      </p:sp>
      <p:sp>
        <p:nvSpPr>
          <p:cNvPr id="100022" name="TextBox 10"/>
          <p:cNvSpPr txBox="1"/>
          <p:nvPr/>
        </p:nvSpPr>
        <p:spPr>
          <a:xfrm xmlns:a="http://schemas.openxmlformats.org/drawingml/2006/main">
            <a:off x="360000" y="4788000"/>
            <a:ext cx="864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1A14"/>
                </a:solidFill>
                <a:latin typeface="Georgia"/>
                <a:ea typeface="Songti SC"/>
              </a:rPr>
              <a:t>AI 负责生成、尝试、执行；人负责方向、边界与完成。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F1A14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360000" y="180000"/>
            <a:ext cx="57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从会用到会协作</a:t>
            </a:r>
          </a:p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8712000" y="180000"/>
            <a:ext cx="1152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1F1A14"/>
                </a:solidFill>
                <a:latin typeface="Menlo"/>
                <a:ea typeface="Menlo"/>
              </a:rPr>
              <a:t>04 / 04</a:t>
            </a:r>
          </a:p>
        </p:txBody>
      </p:sp>
      <p:sp>
        <p:nvSpPr>
          <p:cNvPr id="100025" name="TextBox 3"/>
          <p:cNvSpPr txBox="1"/>
          <p:nvPr/>
        </p:nvSpPr>
        <p:spPr>
          <a:xfrm xmlns:a="http://schemas.openxmlformats.org/drawingml/2006/main">
            <a:off x="360000" y="360000"/>
            <a:ext cx="1080000" cy="13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0">
                <a:solidFill>
                  <a:srgbClr val="9C6B3F"/>
                </a:solidFill>
                <a:latin typeface="Georgia"/>
                <a:ea typeface="Songti SC"/>
              </a:rPr>
              <a:t>“</a:t>
            </a:r>
          </a:p>
        </p:txBody>
      </p:sp>
      <p:sp>
        <p:nvSpPr>
          <p:cNvPr id="100026" name="TextBox 4"/>
          <p:cNvSpPr txBox="1"/>
          <p:nvPr/>
        </p:nvSpPr>
        <p:spPr>
          <a:xfrm xmlns:a="http://schemas.openxmlformats.org/drawingml/2006/main">
            <a:off x="1080000" y="2160000"/>
            <a:ext cx="7920000" cy="15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0E6D2"/>
                </a:solidFill>
                <a:latin typeface="Georgia"/>
                <a:ea typeface="Songti SC"/>
              </a:rPr>
              <a:t>它的第一版，是给你改的，不是给你用的。</a:t>
            </a:r>
          </a:p>
        </p:txBody>
      </p:sp>
      <p:sp>
        <p:nvSpPr>
          <p:cNvPr id="100027" name="TextBox 5"/>
          <p:cNvSpPr txBox="1"/>
          <p:nvPr/>
        </p:nvSpPr>
        <p:spPr>
          <a:xfrm xmlns:a="http://schemas.openxmlformats.org/drawingml/2006/main">
            <a:off x="1080000" y="4320000"/>
            <a:ext cx="43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C6B3F"/>
                </a:solidFill>
                <a:latin typeface="Helvetica"/>
                <a:ea typeface="PingFang SC"/>
              </a:rPr>
              <a:t>关于协作 · 第一节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2026-08-05T18:01:32Z</dcterms:created>
  <cp:lastModifiedBy>OfficeCLI</cp:lastModifiedBy>
  <dcterms:modified xsi:type="dcterms:W3CDTF">2026-08-05T18:01:32Z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2026-08-05T18:01:38Z</vt:lpwstr>
  </op:property>
</op:Properties>
</file>