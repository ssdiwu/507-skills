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3658df63b0d44c3" /><Relationship Type="http://schemas.openxmlformats.org/package/2006/relationships/metadata/core-properties" Target="/docProps/core.xml" Id="R7ed20dd77fa044e2" /><Relationship Type="http://schemas.openxmlformats.org/officeDocument/2006/relationships/extended-properties" Target="/docProps/app.xml" Id="R419d4fce8b88428a" /><Relationship Type="http://schemas.openxmlformats.org/officeDocument/2006/relationships/custom-properties" Target="/docProps/custom.xml" Id="R55b57e18d4d7451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5f641f134cc6455b"/>
    <p:sldId id="257" r:id="Raaed656073394962"/>
    <p:sldId id="258" r:id="R5c649b825d084efd"/>
    <p:sldId id="259" r:id="R279b661a83e943d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f641f134cc6455b" /><Relationship Type="http://schemas.openxmlformats.org/officeDocument/2006/relationships/slide" Target="/ppt/slides/slide2.xml" Id="Raaed656073394962" /><Relationship Type="http://schemas.openxmlformats.org/officeDocument/2006/relationships/slide" Target="/ppt/slides/slide3.xml" Id="R5c649b825d084efd" /><Relationship Type="http://schemas.openxmlformats.org/officeDocument/2006/relationships/slide" Target="/ppt/slides/slide4.xml" Id="R279b661a83e9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先说明今天不讲工具清单，而是讲如何让第一版变成可继续协作的对象。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强调执行环境不是聊天框的装饰，而是让结果能被检查和继续修改的地方。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让听众把意图、责任、验收与 AI 的生成执行分开。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用这句收束：第一版的价值是形成可评审对象，而不是跳过人的判断。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42d50b0f84a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151d4cf9a47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d7fd8d00e45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14f01dc4444b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23e4e6202447a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1dcaf43e37b4b7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6a58597354014" /><Relationship Type="http://schemas.openxmlformats.org/officeDocument/2006/relationships/notesSlide" Target="/ppt/notesSlides/notesSlide1.xml" Id="R4ec45ab299424a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91c2d95fd47dd" /><Relationship Type="http://schemas.openxmlformats.org/officeDocument/2006/relationships/image" Target="/ppt/media/image.svg" Id="Rb9f049df9de44bd1" /><Relationship Type="http://schemas.openxmlformats.org/officeDocument/2006/relationships/image" Target="/ppt/media/image.png" Id="R96b11d8571864d87" /><Relationship Type="http://schemas.openxmlformats.org/officeDocument/2006/relationships/notesSlide" Target="/ppt/notesSlides/notesSlide2.xml" Id="Rfd1500984e2a4b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faba2b01e413c" /><Relationship Type="http://schemas.openxmlformats.org/officeDocument/2006/relationships/notesSlide" Target="/ppt/notesSlides/notesSlide3.xml" Id="Rfccae11dfc3242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cf8fbc05341e7" /><Relationship Type="http://schemas.openxmlformats.org/officeDocument/2006/relationships/notesSlide" Target="/ppt/notesSlides/notesSlide4.xml" Id="R5f7bc173f67541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01 / 04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360000" y="1440000"/>
            <a:ext cx="46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9C6B3F"/>
                </a:solidFill>
                <a:latin typeface="Helvetica"/>
                <a:ea typeface="PingFang SC"/>
              </a:rPr>
              <a:t>关于协作，先说一件最重要的事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872000"/>
            <a:ext cx="8280000" cy="97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F1A14"/>
                </a:solidFill>
                <a:latin typeface="Georgia"/>
                <a:ea typeface="Songti SC"/>
              </a:rPr>
              <a:t>从会用到会协作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2880000"/>
            <a:ext cx="648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300">
                <a:solidFill>
                  <a:srgbClr val="1F1A14"/>
                </a:solidFill>
                <a:latin typeface="Helvetica"/>
                <a:ea typeface="PingFang SC"/>
              </a:rPr>
              <a:t>让 AI 帮你把想法做出来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5112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F1A14"/>
                </a:solidFill>
                <a:latin typeface="Menlo"/>
                <a:ea typeface="Menlo"/>
              </a:rPr>
              <a:t>20 分钟 · 公开示例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02 / 04</a:t>
            </a:r>
          </a:p>
        </p:txBody>
      </p:sp>
      <p:sp>
        <p:nvSpPr>
          <p:cNvPr id="100008" name="TextBox 3"/>
          <p:cNvSpPr txBox="1"/>
          <p:nvPr/>
        </p:nvSpPr>
        <p:spPr>
          <a:xfrm xmlns:a="http://schemas.openxmlformats.org/drawingml/2006/main">
            <a:off x="360000" y="1080000"/>
            <a:ext cx="216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C6B3F"/>
                </a:solidFill>
                <a:latin typeface="Helvetica"/>
                <a:ea typeface="PingFang SC"/>
              </a:rPr>
              <a:t>执行环境</a:t>
            </a:r>
          </a:p>
        </p:txBody>
      </p:sp>
      <p:sp>
        <p:nvSpPr>
          <p:cNvPr id="100009" name="TextBox 4"/>
          <p:cNvSpPr txBox="1"/>
          <p:nvPr/>
        </p:nvSpPr>
        <p:spPr>
          <a:xfrm xmlns:a="http://schemas.openxmlformats.org/drawingml/2006/main">
            <a:off x="360000" y="1440000"/>
            <a:ext cx="432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F1A14"/>
                </a:solidFill>
                <a:latin typeface="Georgia"/>
                <a:ea typeface="Songti SC"/>
              </a:rPr>
              <a:t>能动手的地方</a:t>
            </a:r>
          </a:p>
        </p:txBody>
      </p:sp>
      <p:sp>
        <p:nvSpPr>
          <p:cNvPr id="100010" name="TextBox 5"/>
          <p:cNvSpPr txBox="1"/>
          <p:nvPr/>
        </p:nvSpPr>
        <p:spPr>
          <a:xfrm xmlns:a="http://schemas.openxmlformats.org/drawingml/2006/main">
            <a:off x="360000" y="2160000"/>
            <a:ext cx="4320000" cy="11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1F1A14"/>
                </a:solidFill>
                <a:latin typeface="Helvetica"/>
                <a:ea typeface="PingFang SC"/>
              </a:rPr>
              <a:t>能看见项目、改动文件、运行结果并回看反馈，AI 才能从顾问进入施工现场。</a:t>
            </a:r>
          </a:p>
        </p:txBody>
      </p:sp>
      <p:pic>
        <p:nvPicPr>
          <p:cNvPr id="100011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11d8571864d87">
            <a:extLst>
              <a:ext uri="{96DAC541-7B7A-43D3-8B79-37D633B846F1}">
                <asvg:svgBlip xmlns:asvg="http://schemas.microsoft.com/office/drawing/2016/SVG/main" r:embed="Rb9f049df9de44bd1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472000" y="1440000"/>
            <a:ext cx="4140000" cy="2160000"/>
          </a:xfrm>
          <a:prstGeom xmlns:a="http://schemas.openxmlformats.org/drawingml/2006/main" prst="rect">
            <a:avLst/>
          </a:prstGeom>
        </p:spPr>
      </p:pic>
      <p:sp>
        <p:nvSpPr>
          <p:cNvPr id="100012" name="TextBox 6"/>
          <p:cNvSpPr txBox="1"/>
          <p:nvPr/>
        </p:nvSpPr>
        <p:spPr>
          <a:xfrm xmlns:a="http://schemas.openxmlformats.org/drawingml/2006/main">
            <a:off x="5472000" y="3708000"/>
            <a:ext cx="414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F1A14"/>
                </a:solidFill>
                <a:latin typeface="Menlo"/>
                <a:ea typeface="Menlo"/>
              </a:rPr>
              <a:t>文件 / 编辑 / 预览同处一屏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F1A14"/>
                </a:solidFill>
                <a:latin typeface="Menlo"/>
                <a:ea typeface="Menlo"/>
              </a:rPr>
              <a:t>03 / 04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360000" y="900000"/>
            <a:ext cx="75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F1A14"/>
                </a:solidFill>
                <a:latin typeface="Georgia"/>
                <a:ea typeface="Songti SC"/>
              </a:rPr>
              <a:t>三件 AI 不能替你拥有的事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36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9C6B3F"/>
                </a:solidFill>
                <a:latin typeface="Georgia"/>
                <a:ea typeface="Songti SC"/>
              </a:rPr>
              <a:t>意图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36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1A14"/>
                </a:solidFill>
                <a:latin typeface="Helvetica"/>
                <a:ea typeface="PingFang SC"/>
              </a:rPr>
              <a:t>你希望这次成果服务谁、解决什么。</a:t>
            </a:r>
          </a:p>
        </p:txBody>
      </p:sp>
      <p:sp>
        <p:nvSpPr>
          <p:cNvPr id="100018" name="TextBox 6"/>
          <p:cNvSpPr txBox="1"/>
          <p:nvPr/>
        </p:nvSpPr>
        <p:spPr>
          <a:xfrm xmlns:a="http://schemas.openxmlformats.org/drawingml/2006/main">
            <a:off x="360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9C6B3F"/>
                </a:solidFill>
                <a:latin typeface="Georgia"/>
                <a:ea typeface="Songti SC"/>
              </a:rPr>
              <a:t>责任</a:t>
            </a:r>
          </a:p>
        </p:txBody>
      </p:sp>
      <p:sp>
        <p:nvSpPr>
          <p:cNvPr id="100019" name="TextBox 7"/>
          <p:cNvSpPr txBox="1"/>
          <p:nvPr/>
        </p:nvSpPr>
        <p:spPr>
          <a:xfrm xmlns:a="http://schemas.openxmlformats.org/drawingml/2006/main">
            <a:off x="360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1A14"/>
                </a:solidFill>
                <a:latin typeface="Helvetica"/>
                <a:ea typeface="PingFang SC"/>
              </a:rPr>
              <a:t>哪些边界不能越过、谁负责拍板。</a:t>
            </a:r>
          </a:p>
        </p:txBody>
      </p:sp>
      <p:sp>
        <p:nvSpPr>
          <p:cNvPr id="100020" name="TextBox 8"/>
          <p:cNvSpPr txBox="1"/>
          <p:nvPr/>
        </p:nvSpPr>
        <p:spPr>
          <a:xfrm xmlns:a="http://schemas.openxmlformats.org/drawingml/2006/main">
            <a:off x="684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9C6B3F"/>
                </a:solidFill>
                <a:latin typeface="Georgia"/>
                <a:ea typeface="Songti SC"/>
              </a:rPr>
              <a:t>验收</a:t>
            </a:r>
          </a:p>
        </p:txBody>
      </p:sp>
      <p:sp>
        <p:nvSpPr>
          <p:cNvPr id="100021" name="TextBox 9"/>
          <p:cNvSpPr txBox="1"/>
          <p:nvPr/>
        </p:nvSpPr>
        <p:spPr>
          <a:xfrm xmlns:a="http://schemas.openxmlformats.org/drawingml/2006/main">
            <a:off x="684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1A14"/>
                </a:solidFill>
                <a:latin typeface="Helvetica"/>
                <a:ea typeface="PingFang SC"/>
              </a:rPr>
              <a:t>什么结果才算真的能交付。</a:t>
            </a:r>
          </a:p>
        </p:txBody>
      </p:sp>
      <p:sp>
        <p:nvSpPr>
          <p:cNvPr id="100022" name="TextBox 10"/>
          <p:cNvSpPr txBox="1"/>
          <p:nvPr/>
        </p:nvSpPr>
        <p:spPr>
          <a:xfrm xmlns:a="http://schemas.openxmlformats.org/drawingml/2006/main">
            <a:off x="360000" y="4788000"/>
            <a:ext cx="8640000" cy="50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1A14"/>
                </a:solidFill>
                <a:latin typeface="Georgia"/>
                <a:ea typeface="Songti SC"/>
              </a:rPr>
              <a:t>AI 负责生成、尝试、执行；人负责方向、边界与完成。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F1A14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360000" y="360000"/>
            <a:ext cx="1080000" cy="115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8000">
                <a:solidFill>
                  <a:srgbClr val="9C6B3F"/>
                </a:solidFill>
                <a:latin typeface="Georgia"/>
                <a:ea typeface="Songti SC"/>
              </a:rPr>
              <a:t>“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1080000" y="2160000"/>
            <a:ext cx="7920000" cy="15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F0E6D2"/>
                </a:solidFill>
                <a:latin typeface="Georgia"/>
                <a:ea typeface="Songti SC"/>
              </a:rPr>
              <a:t>它的第一版，是给你改的，不是给你用的。</a:t>
            </a:r>
          </a:p>
        </p:txBody>
      </p:sp>
      <p:sp>
        <p:nvSpPr>
          <p:cNvPr id="100025" name="TextBox 3"/>
          <p:cNvSpPr txBox="1"/>
          <p:nvPr/>
        </p:nvSpPr>
        <p:spPr>
          <a:xfrm xmlns:a="http://schemas.openxmlformats.org/drawingml/2006/main">
            <a:off x="1080000" y="432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C6B3F"/>
                </a:solidFill>
                <a:latin typeface="Helvetica"/>
                <a:ea typeface="PingFang SC"/>
              </a:rPr>
              <a:t>关于协作 · 第一节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OfficeCLI/1.0.139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2026-07-20T08:49:56Z</dcterms:created>
  <cp:lastModifiedBy>OfficeCLI</cp:lastModifiedBy>
  <dcterms:modified xsi:type="dcterms:W3CDTF">2026-07-20T08:49:56Z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1.0.139</vt:lpwstr>
  </op:property>
  <op:property fmtid="{D5CDD505-2E9C-101B-9397-08002B2CF9AE}" pid="3" name="OfficeCLI.LastModified">
    <vt:lpwstr xmlns:vt="http://schemas.openxmlformats.org/officeDocument/2006/docPropsVTypes">2026-07-20T08:51:38Z</vt:lpwstr>
  </op:property>
</op:Properties>
</file>